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8544" autoAdjust="0"/>
  </p:normalViewPr>
  <p:slideViewPr>
    <p:cSldViewPr snapToGrid="0">
      <p:cViewPr>
        <p:scale>
          <a:sx n="50" d="100"/>
          <a:sy n="50" d="100"/>
        </p:scale>
        <p:origin x="653" y="-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DD1D5-EF14-4AF9-8C9A-8E12B2CBF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B51E53-2595-4396-9C4C-372B1F8A2B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903BE-3C3C-4DE2-A580-5076CDC8E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CA8E2-B8B4-4A73-AE93-CDDB2EC9CF07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D4A11-62B8-4CA5-BEA6-23661F044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9ECD8-7617-4ED4-A559-EE4054835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4B245-9F95-414F-A54D-4D121A5E5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017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26CA9-48C7-4018-8CBE-F01E5F2D7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9B3BD-2E65-4F1E-8A2F-EDBC742B7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7CB8D-23B4-406C-935D-87EA0727E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CA8E2-B8B4-4A73-AE93-CDDB2EC9CF07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8FAD3-03E2-4C2F-8FF9-C65A720BA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753FE-31B3-44B7-90C5-9D04A9768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4B245-9F95-414F-A54D-4D121A5E5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540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826D0-E154-47D2-85FC-A086277E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94250-E336-4D99-84F6-CD92647D8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F4E10-8CE2-471C-86A1-F63A22BEC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CA8E2-B8B4-4A73-AE93-CDDB2EC9CF07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1B553-1393-4B6D-9362-B3A402992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22E68-1562-4BAC-B33B-55A358935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4B245-9F95-414F-A54D-4D121A5E5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405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C4841-489F-4EA5-A525-FD95017F7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4CCE6-5396-49B0-9B81-35951600A9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033CC-A8F6-4025-9688-B81BC10828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00BC8B-D63C-446E-A5C2-520B07570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CA8E2-B8B4-4A73-AE93-CDDB2EC9CF07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F8F0A-E6C7-4A5D-A802-C9C0B6265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C196C-5288-4E06-9ABB-562B43588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4B245-9F95-414F-A54D-4D121A5E5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274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47518-F51E-4CE6-9152-5A54E598D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22A52-11A6-4B6C-9C3C-05D882726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EB4DD5-1026-4A18-86BC-C143321B1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2E3089-23AB-4044-85D5-C4ECE24621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3BA731-1135-413D-9C5A-CA50139A8F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DFAA26-EE97-42C2-A748-1ACEAE91E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CA8E2-B8B4-4A73-AE93-CDDB2EC9CF07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1528F0-BC54-44E9-87A6-43B73731D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F6F3EC-0038-4940-AA60-A0768AB85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4B245-9F95-414F-A54D-4D121A5E5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72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56953-5E70-45BE-8AC5-0B19585B6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606FA2-4E2A-4513-A119-88877A55A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CA8E2-B8B4-4A73-AE93-CDDB2EC9CF07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E2007E-199A-4ACB-9C44-BEA4B0BB9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35290-B239-4881-BE8A-3CFABD047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4B245-9F95-414F-A54D-4D121A5E5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0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35542-45A1-4F47-A69B-30F4C2E90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CA8E2-B8B4-4A73-AE93-CDDB2EC9CF07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953BFC-7270-4DE8-B9A0-E1AC86D43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EBB8A-E699-4F83-BC28-A9F55308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4B245-9F95-414F-A54D-4D121A5E5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253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698F1-7ED4-4F30-A6E7-9E90836B8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984D5-9405-4BDE-A741-66BE6004D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CEBA51-4FB3-46A4-BC12-47AEEF4F8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BC8696-33E1-407B-8223-7DE34FDCF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CA8E2-B8B4-4A73-AE93-CDDB2EC9CF07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BA9E4-E83E-46F4-B62A-F32408134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EB6A1-CEBA-482C-8361-7854FB0D6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4B245-9F95-414F-A54D-4D121A5E5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215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CB1D9-C6C2-49A5-A022-2AF5029F9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461C31-F862-42D4-ADDD-553463CC29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9354B8-7E40-443D-A84E-D9B326079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47890-9CE1-49A8-B156-C7B41AE15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CA8E2-B8B4-4A73-AE93-CDDB2EC9CF07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2A9A4-FEB3-49AC-9F6E-1A6B6ECDF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129A0-59FB-48A1-AF73-6F642AF95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4B245-9F95-414F-A54D-4D121A5E5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203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6BE36-CD0B-4080-BCB7-0FDDA7478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D6D41B-853E-48B9-9ED3-DA9B88A5C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A9656-4817-44D7-ACD4-DFE2B27B5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CA8E2-B8B4-4A73-AE93-CDDB2EC9CF07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61CC3-CED8-46B6-BC2D-AEA47D580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BBFC4-7991-4122-8FDC-96E72186C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4B245-9F95-414F-A54D-4D121A5E5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29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6069B2-93E5-4B93-BD10-3F93D0FBC5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EC1E0B-2982-4AC4-8EC9-42B51E334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407F0-D785-42C8-8979-9FB3B23C7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CA8E2-B8B4-4A73-AE93-CDDB2EC9CF07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35BE3-E2FC-4A22-A019-BC3DCC2BB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ACD63-E7C5-4DC1-8F71-ED4A6AC19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4B245-9F95-414F-A54D-4D121A5E5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11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938C4F-CBE3-4EFC-BA67-07CC2E5F3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E15AA-9DE8-44A0-9992-B0F14D78F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49089-FF51-46C3-A191-3C24F4E538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CA8E2-B8B4-4A73-AE93-CDDB2EC9CF07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17694-8C8D-4B8B-9A90-FEAAA34097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F1C77-45D9-4DD0-A330-1138ED211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4B245-9F95-414F-A54D-4D121A5E5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875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BE5ED13-7EDD-4E79-8DB9-BEFC13084669}"/>
              </a:ext>
            </a:extLst>
          </p:cNvPr>
          <p:cNvSpPr/>
          <p:nvPr/>
        </p:nvSpPr>
        <p:spPr>
          <a:xfrm>
            <a:off x="406720" y="142874"/>
            <a:ext cx="8365805" cy="63912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6F7E21-15F3-45BE-9981-46806469D9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53" r="92708"/>
          <a:stretch/>
        </p:blipFill>
        <p:spPr>
          <a:xfrm>
            <a:off x="4103621" y="482602"/>
            <a:ext cx="916183" cy="7798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251CC8-0741-48DB-8CDD-6652BFBC8C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5" t="707" r="83781"/>
          <a:stretch/>
        </p:blipFill>
        <p:spPr>
          <a:xfrm>
            <a:off x="5587558" y="482603"/>
            <a:ext cx="1127567" cy="7662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EFCC10-2802-4B6B-B587-34F3D230BE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19" t="707" r="70266"/>
          <a:stretch/>
        </p:blipFill>
        <p:spPr>
          <a:xfrm>
            <a:off x="2138475" y="1962249"/>
            <a:ext cx="1698145" cy="7662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C48868-BBAE-4358-B30E-5C0A3D594F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92" t="707" r="58374" b="-1761"/>
          <a:stretch/>
        </p:blipFill>
        <p:spPr>
          <a:xfrm>
            <a:off x="4359815" y="1962249"/>
            <a:ext cx="1562291" cy="7798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7C9B81-9F25-45C2-B381-6608C7686A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01" t="-15137" r="47238" b="-1762"/>
          <a:stretch/>
        </p:blipFill>
        <p:spPr>
          <a:xfrm>
            <a:off x="4359813" y="3013438"/>
            <a:ext cx="1440025" cy="9020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7E6430-0440-4A16-BAB4-F3F6437D114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37" t="2468" r="33616" b="-1762"/>
          <a:stretch/>
        </p:blipFill>
        <p:spPr>
          <a:xfrm>
            <a:off x="4359813" y="5618163"/>
            <a:ext cx="1752485" cy="7662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6D7C25-5FF5-467B-B894-693245DA92A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8" t="-16036" r="21179" b="-1761"/>
          <a:stretch/>
        </p:blipFill>
        <p:spPr>
          <a:xfrm>
            <a:off x="6715125" y="1839983"/>
            <a:ext cx="1575875" cy="9020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69E8D8F-6F2E-436A-8A7E-C33CB76C39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31" t="-16036" r="11664" b="-1761"/>
          <a:stretch/>
        </p:blipFill>
        <p:spPr>
          <a:xfrm>
            <a:off x="4359813" y="4186893"/>
            <a:ext cx="1344927" cy="9020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C5EC9E-3B97-4059-A76E-084D9476B9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38" t="1705" r="419" b="-1762"/>
          <a:stretch/>
        </p:blipFill>
        <p:spPr>
          <a:xfrm>
            <a:off x="6715125" y="3871701"/>
            <a:ext cx="1575877" cy="766235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9E28AE2-FE85-41A8-9234-3A010A476BBF}"/>
              </a:ext>
            </a:extLst>
          </p:cNvPr>
          <p:cNvCxnSpPr>
            <a:cxnSpLocks/>
          </p:cNvCxnSpPr>
          <p:nvPr/>
        </p:nvCxnSpPr>
        <p:spPr>
          <a:xfrm>
            <a:off x="1733550" y="1600200"/>
            <a:ext cx="6934200" cy="0"/>
          </a:xfrm>
          <a:prstGeom prst="line">
            <a:avLst/>
          </a:prstGeom>
          <a:ln w="539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2FD35C7-48AC-47F2-A2C0-3E2022E0DB1F}"/>
              </a:ext>
            </a:extLst>
          </p:cNvPr>
          <p:cNvSpPr txBox="1"/>
          <p:nvPr/>
        </p:nvSpPr>
        <p:spPr>
          <a:xfrm>
            <a:off x="406720" y="542554"/>
            <a:ext cx="3005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Global Utilities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113BF1-E0D4-4B7A-A464-323090AFEE76}"/>
              </a:ext>
            </a:extLst>
          </p:cNvPr>
          <p:cNvSpPr txBox="1"/>
          <p:nvPr/>
        </p:nvSpPr>
        <p:spPr>
          <a:xfrm>
            <a:off x="406720" y="3047517"/>
            <a:ext cx="28288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Data Analysis Tools</a:t>
            </a:r>
          </a:p>
        </p:txBody>
      </p:sp>
    </p:spTree>
    <p:extLst>
      <p:ext uri="{BB962C8B-B14F-4D97-AF65-F5344CB8AC3E}">
        <p14:creationId xmlns:p14="http://schemas.microsoft.com/office/powerpoint/2010/main" val="37328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43">
            <a:extLst>
              <a:ext uri="{FF2B5EF4-FFF2-40B4-BE49-F238E27FC236}">
                <a16:creationId xmlns:a16="http://schemas.microsoft.com/office/drawing/2014/main" id="{BAFC8FEE-2502-44FE-ADCF-CC4CBFDFC8B4}"/>
              </a:ext>
            </a:extLst>
          </p:cNvPr>
          <p:cNvSpPr/>
          <p:nvPr/>
        </p:nvSpPr>
        <p:spPr>
          <a:xfrm>
            <a:off x="2038350" y="238124"/>
            <a:ext cx="8686800" cy="60293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D0ACF7A-2EC7-4B06-B05B-F1F2E310990E}"/>
              </a:ext>
            </a:extLst>
          </p:cNvPr>
          <p:cNvCxnSpPr>
            <a:cxnSpLocks/>
          </p:cNvCxnSpPr>
          <p:nvPr/>
        </p:nvCxnSpPr>
        <p:spPr>
          <a:xfrm flipV="1">
            <a:off x="3181350" y="1131260"/>
            <a:ext cx="1278978" cy="910302"/>
          </a:xfrm>
          <a:prstGeom prst="straightConnector1">
            <a:avLst/>
          </a:prstGeom>
          <a:ln w="53975"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FA30E49-FA29-4F72-AF82-5414DA169F28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2987548" y="1110930"/>
            <a:ext cx="1197862" cy="851319"/>
          </a:xfrm>
          <a:prstGeom prst="straightConnector1">
            <a:avLst/>
          </a:prstGeom>
          <a:ln w="53975"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86F7E21-15F3-45BE-9981-46806469D9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53" r="92708"/>
          <a:stretch/>
        </p:blipFill>
        <p:spPr>
          <a:xfrm>
            <a:off x="3727318" y="331110"/>
            <a:ext cx="916183" cy="7798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251CC8-0741-48DB-8CDD-6652BFBC8C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5" t="707" r="83781"/>
          <a:stretch/>
        </p:blipFill>
        <p:spPr>
          <a:xfrm>
            <a:off x="2423763" y="3488583"/>
            <a:ext cx="1127567" cy="7662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EFCC10-2802-4B6B-B587-34F3D230BE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19" t="707" r="70266"/>
          <a:stretch/>
        </p:blipFill>
        <p:spPr>
          <a:xfrm>
            <a:off x="2138475" y="1962249"/>
            <a:ext cx="1698145" cy="7662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C48868-BBAE-4358-B30E-5C0A3D594F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92" t="707" r="58374" b="-1761"/>
          <a:stretch/>
        </p:blipFill>
        <p:spPr>
          <a:xfrm>
            <a:off x="5486455" y="1939216"/>
            <a:ext cx="1562291" cy="7798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7C9B81-9F25-45C2-B381-6608C7686A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01" t="-15137" r="47238" b="-1762"/>
          <a:stretch/>
        </p:blipFill>
        <p:spPr>
          <a:xfrm>
            <a:off x="5503839" y="2936002"/>
            <a:ext cx="1440025" cy="9020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7E6430-0440-4A16-BAB4-F3F6437D114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37" t="2468" r="33616" b="-1762"/>
          <a:stretch/>
        </p:blipFill>
        <p:spPr>
          <a:xfrm>
            <a:off x="5505507" y="4218954"/>
            <a:ext cx="1752485" cy="7662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6D7C25-5FF5-467B-B894-693245DA92A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8" t="-16036" r="21179" b="-1761"/>
          <a:stretch/>
        </p:blipFill>
        <p:spPr>
          <a:xfrm>
            <a:off x="8237979" y="1878083"/>
            <a:ext cx="1575875" cy="9020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69E8D8F-6F2E-436A-8A7E-C33CB76C39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31" t="-16036" r="11664" b="-1761"/>
          <a:stretch/>
        </p:blipFill>
        <p:spPr>
          <a:xfrm>
            <a:off x="5503839" y="5200225"/>
            <a:ext cx="1344927" cy="9020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C5EC9E-3B97-4059-A76E-084D9476B9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38" t="1705" r="419" b="-1762"/>
          <a:stretch/>
        </p:blipFill>
        <p:spPr>
          <a:xfrm>
            <a:off x="8237979" y="4204031"/>
            <a:ext cx="1575877" cy="766235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CC311C48-AE22-4977-9CCB-404444AAFEB3}"/>
              </a:ext>
            </a:extLst>
          </p:cNvPr>
          <p:cNvSpPr/>
          <p:nvPr/>
        </p:nvSpPr>
        <p:spPr>
          <a:xfrm>
            <a:off x="2908995" y="117822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2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733A069-E3EA-4279-BBA2-4B9DFE5B1D16}"/>
              </a:ext>
            </a:extLst>
          </p:cNvPr>
          <p:cNvGrpSpPr/>
          <p:nvPr/>
        </p:nvGrpSpPr>
        <p:grpSpPr>
          <a:xfrm>
            <a:off x="2548781" y="465310"/>
            <a:ext cx="1178537" cy="457200"/>
            <a:chOff x="2548781" y="465310"/>
            <a:chExt cx="1178537" cy="4572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F514E62-9529-4B34-8E3F-B273E405E063}"/>
                </a:ext>
              </a:extLst>
            </p:cNvPr>
            <p:cNvSpPr/>
            <p:nvPr/>
          </p:nvSpPr>
          <p:spPr>
            <a:xfrm>
              <a:off x="2548781" y="465310"/>
              <a:ext cx="4572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1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7BD4B9D-0140-4E7E-9567-88911F737965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H="1">
              <a:off x="3005072" y="721020"/>
              <a:ext cx="722246" cy="0"/>
            </a:xfrm>
            <a:prstGeom prst="straightConnector1">
              <a:avLst/>
            </a:prstGeom>
            <a:ln w="53975">
              <a:headEnd type="stealt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D357673-76D6-45FD-A6DF-92786CFBA1CC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V="1">
            <a:off x="2987547" y="2728484"/>
            <a:ext cx="1" cy="760099"/>
          </a:xfrm>
          <a:prstGeom prst="straightConnector1">
            <a:avLst/>
          </a:prstGeom>
          <a:ln w="53975"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D3CE161-10CC-434F-BA5C-A52DB464D81E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3836620" y="2329126"/>
            <a:ext cx="1649835" cy="16241"/>
          </a:xfrm>
          <a:prstGeom prst="straightConnector1">
            <a:avLst/>
          </a:prstGeom>
          <a:ln w="53975"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35A19E4-B5A5-40B3-8413-B8C9FC27BA41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7048746" y="2329126"/>
            <a:ext cx="1189233" cy="0"/>
          </a:xfrm>
          <a:prstGeom prst="straightConnector1">
            <a:avLst/>
          </a:prstGeom>
          <a:ln w="53975"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24BCBCC2-9610-41D6-BBBA-6300D294BF31}"/>
              </a:ext>
            </a:extLst>
          </p:cNvPr>
          <p:cNvSpPr/>
          <p:nvPr/>
        </p:nvSpPr>
        <p:spPr>
          <a:xfrm>
            <a:off x="3143723" y="2852701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4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45D6CEF-69C8-4904-A2B6-91A1ADC36CA5}"/>
              </a:ext>
            </a:extLst>
          </p:cNvPr>
          <p:cNvSpPr/>
          <p:nvPr/>
        </p:nvSpPr>
        <p:spPr>
          <a:xfrm>
            <a:off x="3892229" y="150083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3</a:t>
            </a:r>
          </a:p>
        </p:txBody>
      </p: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0907FE5B-C8EA-4EB2-BF90-0CD4C1D7245B}"/>
              </a:ext>
            </a:extLst>
          </p:cNvPr>
          <p:cNvCxnSpPr>
            <a:cxnSpLocks/>
          </p:cNvCxnSpPr>
          <p:nvPr/>
        </p:nvCxnSpPr>
        <p:spPr>
          <a:xfrm>
            <a:off x="3854004" y="2356145"/>
            <a:ext cx="1649835" cy="1051403"/>
          </a:xfrm>
          <a:prstGeom prst="bentConnector3">
            <a:avLst/>
          </a:prstGeom>
          <a:ln w="53975"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B3A1413C-6A83-417A-B4F1-0CEAC8E050AA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3836620" y="2345367"/>
            <a:ext cx="1667219" cy="3305901"/>
          </a:xfrm>
          <a:prstGeom prst="bentConnector3">
            <a:avLst>
              <a:gd name="adj1" fmla="val 50000"/>
            </a:avLst>
          </a:prstGeom>
          <a:ln w="53975"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DF803B87-94E4-4D51-A98F-79A276DDEB7F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3836620" y="2345367"/>
            <a:ext cx="1668887" cy="2256705"/>
          </a:xfrm>
          <a:prstGeom prst="bentConnector3">
            <a:avLst>
              <a:gd name="adj1" fmla="val 50000"/>
            </a:avLst>
          </a:prstGeom>
          <a:ln w="53975"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C2E65751-17F5-47C5-87F4-7DFDF9EA5D9F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3551330" y="3871700"/>
            <a:ext cx="1127591" cy="1"/>
          </a:xfrm>
          <a:prstGeom prst="straightConnector1">
            <a:avLst/>
          </a:prstGeom>
          <a:ln w="53975"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1C52855A-C883-4570-B141-73B23CA38B86}"/>
              </a:ext>
            </a:extLst>
          </p:cNvPr>
          <p:cNvSpPr/>
          <p:nvPr/>
        </p:nvSpPr>
        <p:spPr>
          <a:xfrm>
            <a:off x="3851258" y="4000825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4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9CCCEF9D-7BA1-4827-B99B-603A30A8D6AB}"/>
              </a:ext>
            </a:extLst>
          </p:cNvPr>
          <p:cNvSpPr/>
          <p:nvPr/>
        </p:nvSpPr>
        <p:spPr>
          <a:xfrm>
            <a:off x="4836254" y="1728766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5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B66483A3-E7FF-4E79-A5FC-A7DC8E8432A2}"/>
              </a:ext>
            </a:extLst>
          </p:cNvPr>
          <p:cNvSpPr/>
          <p:nvPr/>
        </p:nvSpPr>
        <p:spPr>
          <a:xfrm>
            <a:off x="4836254" y="278016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7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70274163-72A1-434D-B662-3EA03F9532A9}"/>
              </a:ext>
            </a:extLst>
          </p:cNvPr>
          <p:cNvSpPr/>
          <p:nvPr/>
        </p:nvSpPr>
        <p:spPr>
          <a:xfrm>
            <a:off x="4836254" y="3948797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8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708FC6EE-9C96-4586-81E9-6894847FC8D4}"/>
              </a:ext>
            </a:extLst>
          </p:cNvPr>
          <p:cNvSpPr/>
          <p:nvPr/>
        </p:nvSpPr>
        <p:spPr>
          <a:xfrm>
            <a:off x="4836254" y="505055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9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8C6F7CE9-0614-473A-BE23-FCCF5D2CE132}"/>
              </a:ext>
            </a:extLst>
          </p:cNvPr>
          <p:cNvSpPr/>
          <p:nvPr/>
        </p:nvSpPr>
        <p:spPr>
          <a:xfrm>
            <a:off x="7414762" y="172089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6</a:t>
            </a:r>
          </a:p>
        </p:txBody>
      </p: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6B8B9178-90FD-4B0B-8C88-DA8B93E18126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>
            <a:off x="7048746" y="2329126"/>
            <a:ext cx="1189233" cy="2258023"/>
          </a:xfrm>
          <a:prstGeom prst="bentConnector3">
            <a:avLst>
              <a:gd name="adj1" fmla="val 50000"/>
            </a:avLst>
          </a:prstGeom>
          <a:ln w="53975"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6A226B81-1798-4536-9F02-9A67A4611FA8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6943864" y="3387045"/>
            <a:ext cx="1294115" cy="1200104"/>
          </a:xfrm>
          <a:prstGeom prst="bentConnector3">
            <a:avLst>
              <a:gd name="adj1" fmla="val 54116"/>
            </a:avLst>
          </a:prstGeom>
          <a:ln w="53975"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Oval 142">
            <a:extLst>
              <a:ext uri="{FF2B5EF4-FFF2-40B4-BE49-F238E27FC236}">
                <a16:creationId xmlns:a16="http://schemas.microsoft.com/office/drawing/2014/main" id="{95A497FB-F182-4083-89B4-479ECA979956}"/>
              </a:ext>
            </a:extLst>
          </p:cNvPr>
          <p:cNvSpPr/>
          <p:nvPr/>
        </p:nvSpPr>
        <p:spPr>
          <a:xfrm>
            <a:off x="9890513" y="4187470"/>
            <a:ext cx="731520" cy="7315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10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79842D7-69EC-457C-90BE-306947574D62}"/>
              </a:ext>
            </a:extLst>
          </p:cNvPr>
          <p:cNvCxnSpPr>
            <a:stCxn id="10" idx="3"/>
            <a:endCxn id="14" idx="1"/>
          </p:cNvCxnSpPr>
          <p:nvPr/>
        </p:nvCxnSpPr>
        <p:spPr>
          <a:xfrm flipV="1">
            <a:off x="7257992" y="4587149"/>
            <a:ext cx="979987" cy="14923"/>
          </a:xfrm>
          <a:prstGeom prst="straightConnector1">
            <a:avLst/>
          </a:prstGeom>
          <a:ln w="53975"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96690708-5B90-4B8B-8499-7C8ED1FF3743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6848766" y="4587149"/>
            <a:ext cx="1389213" cy="1064119"/>
          </a:xfrm>
          <a:prstGeom prst="bentConnector3">
            <a:avLst>
              <a:gd name="adj1" fmla="val 57668"/>
            </a:avLst>
          </a:prstGeom>
          <a:ln w="53975"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0162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26BF291-6D8A-4772-A18A-C51845FA3BA1}"/>
              </a:ext>
            </a:extLst>
          </p:cNvPr>
          <p:cNvSpPr/>
          <p:nvPr/>
        </p:nvSpPr>
        <p:spPr>
          <a:xfrm>
            <a:off x="447039" y="1844040"/>
            <a:ext cx="10687685" cy="21771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E86AF44-D182-4C56-AA85-579DD712B7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3299"/>
          <a:stretch/>
        </p:blipFill>
        <p:spPr>
          <a:xfrm>
            <a:off x="0" y="1981881"/>
            <a:ext cx="11134725" cy="144711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3437831-213C-4934-93DA-4EF3D14FBCDD}"/>
              </a:ext>
            </a:extLst>
          </p:cNvPr>
          <p:cNvSpPr/>
          <p:nvPr/>
        </p:nvSpPr>
        <p:spPr>
          <a:xfrm>
            <a:off x="-285377" y="1981881"/>
            <a:ext cx="886373" cy="14471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0835ECF-910D-438E-BB9A-25952E6F6B29}"/>
              </a:ext>
            </a:extLst>
          </p:cNvPr>
          <p:cNvGrpSpPr/>
          <p:nvPr/>
        </p:nvGrpSpPr>
        <p:grpSpPr>
          <a:xfrm>
            <a:off x="447040" y="2836817"/>
            <a:ext cx="6360160" cy="1184366"/>
            <a:chOff x="487680" y="3007360"/>
            <a:chExt cx="6360160" cy="118436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DA4C251-F31A-4B96-AC06-85C81615043F}"/>
                </a:ext>
              </a:extLst>
            </p:cNvPr>
            <p:cNvSpPr/>
            <p:nvPr/>
          </p:nvSpPr>
          <p:spPr>
            <a:xfrm>
              <a:off x="487680" y="3007360"/>
              <a:ext cx="6360160" cy="1184366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811DE56-E254-47BA-8F4F-F746F4AA5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3493" y="3243943"/>
              <a:ext cx="5948218" cy="711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0750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16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dmitry grapov</dc:creator>
  <cp:lastModifiedBy>dmitry grapov</cp:lastModifiedBy>
  <cp:revision>10</cp:revision>
  <dcterms:created xsi:type="dcterms:W3CDTF">2020-01-22T00:46:23Z</dcterms:created>
  <dcterms:modified xsi:type="dcterms:W3CDTF">2020-02-18T02:23:47Z</dcterms:modified>
</cp:coreProperties>
</file>